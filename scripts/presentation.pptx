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Breast Cancer Nuclei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Maddie Mann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Background Information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Breast Cancer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30 columns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Nuclei</dc:title>
  <dc:creator>Maddie Mann</dc:creator>
  <cp:keywords/>
  <dcterms:created xsi:type="dcterms:W3CDTF">2026-01-26T18:09:36Z</dcterms:created>
  <dcterms:modified xsi:type="dcterms:W3CDTF">2026-01-26T18:09:36Z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